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Consultas SQL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ventas y pedidos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Cátedra Merlino  |  1er cuatrimestre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Ignacio Campos Durán  ·  Cristina Machasilla  ·  Carolina Aramayo  ·  Joaquin Brero  ·  Víctor Oliva Montaño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16.14  ·  2.000.000 registros  ·  EXPLAIN (ANALYZE, BUFFERS)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estrategia de optimización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detectado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Scan sobre 2.000.000 de registros en detalle_pedido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innecesarios que no aportaban columnas ni filtros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aplicados después del join en lugar de antes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total de índices en columnas de búsqueda frecuente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0" cy="32004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aplicadas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36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selectivos
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idx_pedidos_fecha_id e idx_pedidos_cliente_id para filtros por fecha y cliente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13432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3500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cubrientes
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(cantidad, precio_unitario) evita accesos al heap → Index Only Scan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026664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063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Reescritura con CTE
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antes del join: de 2.000.000 filas a 20 antes del JOIN final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739896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776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joins
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2: se removió el JOIN con productos que no aportaba nada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obtenidos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2860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Después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Productos más vendidos por fecha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Total vendido por 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Pedidos de un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−99,9 %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Ventas por categoría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70332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E8F4FD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clave: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índices y la reescritura con CTEs son más efectivos cuando el filtro es selectivo. La consulta 3 pasó de 309 ms a 0,4 ms porque devuelve el 0,01 % de las filas.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de Consultas SQL</dc:title>
  <dc:subject>PptxGenJS Presentation</dc:subject>
  <dc:creator>PptxGenJS</dc:creator>
  <cp:lastModifiedBy>PptxGenJS</cp:lastModifiedBy>
  <cp:revision>1</cp:revision>
  <dcterms:created xsi:type="dcterms:W3CDTF">2026-06-24T06:02:10Z</dcterms:created>
  <dcterms:modified xsi:type="dcterms:W3CDTF">2026-06-24T06:02:10Z</dcterms:modified>
</cp:coreProperties>
</file>